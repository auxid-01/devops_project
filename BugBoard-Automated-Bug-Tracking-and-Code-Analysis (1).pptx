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SemiBold"/>
      <p:regular r:id="rId201315"/>
    </p:embeddedFont>
    <p:embeddedFont>
      <p:font typeface="Inconsolata Bold"/>
      <p:regular r:id="rId201316"/>
    </p:embeddedFont>
    <p:embeddedFont>
      <p:font typeface="Montserra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DEVOPS FINAL CAPSTONE PRESENTATION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999046"/>
            <a:ext cx="10972526" cy="300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BugBoard</a:t>
            </a:r>
            <a:endParaRPr lang="en-US" sz="7400" dirty="0"/>
          </a:p>
          <a:p>
            <a:pPr algn="l" indent="0" marL="0">
              <a:lnSpc>
                <a:spcPct val="6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— Automated Bug Tracking &amp; Code Analysis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608459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Ayush Kumar Ptra · Scaler School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09898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8088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Production bugs are expensive because evidence arrives too late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216672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755989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10x–100x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4118372"/>
            <a:ext cx="345431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Production fixes can cost 10x–100x more than catching issues early.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216672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3755989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Late evidence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68691" y="4118372"/>
            <a:ext cx="345431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Manual triage lacks direct codebase evidence linking bugs to root causes.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216672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7797" y="3755989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BugBoard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127797" y="4118372"/>
            <a:ext cx="345431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Source inspection, evidence-backed tickets, deterministic analysis, and deployment safety move together.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4" name="Shape 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/ 08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28316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99299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 pipeline moves code from commit to monitored deployment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909689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158629"/>
            <a:ext cx="2514537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99781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Write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662164"/>
            <a:ext cx="251453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Git + React + FastAPI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2909689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3158629"/>
            <a:ext cx="2514537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3299781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&amp; scan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8914" y="3662164"/>
            <a:ext cx="251453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Pytest + Trivy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2909689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3158629"/>
            <a:ext cx="2514537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299781"/>
            <a:ext cx="251453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Containerize &amp; deploy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8244" y="3941564"/>
            <a:ext cx="251453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Docker + Helm + Kubernetes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67573" y="2909689"/>
            <a:ext cx="7874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 SemiBold" pitchFamily="34" charset="0"/>
                <a:ea typeface="Inconsolata SemiBold" pitchFamily="34" charset="-122"/>
                <a:cs typeface="Inconsolata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7573" y="3158629"/>
            <a:ext cx="2514537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299781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7573" y="3662164"/>
            <a:ext cx="251453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Prometheus + Grafana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4435574"/>
            <a:ext cx="10972526" cy="684510"/>
          </a:xfrm>
          <a:prstGeom prst="roundRect">
            <a:avLst>
              <a:gd name="adj" fmla="val 10909"/>
            </a:avLst>
          </a:prstGeom>
          <a:solidFill>
            <a:srgbClr val="B6FCB8"/>
          </a:solidFill>
          <a:ln/>
        </p:spPr>
      </p:sp>
      <p:sp>
        <p:nvSpPr>
          <p:cNvPr id="21" name="Text 19"/>
          <p:cNvSpPr/>
          <p:nvPr/>
        </p:nvSpPr>
        <p:spPr>
          <a:xfrm>
            <a:off x="787380" y="4657824"/>
            <a:ext cx="1122651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Passing images publish with immutable SHA tags; Helm deploys two-replica services with live dashboards.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/ 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0583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Every technology choice favors production readiness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90973"/>
            <a:ext cx="5333867" cy="1353145"/>
          </a:xfrm>
          <a:prstGeom prst="roundRect">
            <a:avLst>
              <a:gd name="adj" fmla="val 5519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654066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Kubernetes + Helm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3016448"/>
            <a:ext cx="483857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Self-healing pods, rolling updates, declarative scaling over standalone Docker or EC2.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390973"/>
            <a:ext cx="5333867" cy="1353145"/>
          </a:xfrm>
          <a:prstGeom prst="roundRect">
            <a:avLst>
              <a:gd name="adj" fmla="val 5519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5887" y="2654066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FastAPI + React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5887" y="3016448"/>
            <a:ext cx="483857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Decoupled services that scale and deploy independently.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048919"/>
            <a:ext cx="5333867" cy="1353145"/>
          </a:xfrm>
          <a:prstGeom prst="roundRect">
            <a:avLst>
              <a:gd name="adj" fmla="val 5519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29" y="4312011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PostgreSQL + Alembic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7229" y="4674394"/>
            <a:ext cx="483857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Relational consistency and trackable schema migrations.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048919"/>
            <a:ext cx="5333867" cy="1353145"/>
          </a:xfrm>
          <a:prstGeom prst="roundRect">
            <a:avLst>
              <a:gd name="adj" fmla="val 5519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5887" y="4312011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Prometheus + Grafana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5887" y="4674394"/>
            <a:ext cx="508622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telemetry instead of reactive log reading.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6278" y="5656064"/>
            <a:ext cx="1131541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“Every technology choice was driven by production-readiness, not convenience.”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5579864"/>
            <a:ext cx="19050" cy="39241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/ 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QUALITY GATES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0583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quality gates keep broken code out of production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40173"/>
            <a:ext cx="5333867" cy="3917752"/>
          </a:xfrm>
          <a:prstGeom prst="rect">
            <a:avLst/>
          </a:prstGeom>
          <a:solidFill>
            <a:srgbClr val="F2EDE9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543373"/>
            <a:ext cx="51306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CI/CD PIPELINE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802731"/>
            <a:ext cx="4927477" cy="2771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5631557"/>
            <a:ext cx="51306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Pytest → frontend build → Docker build → Trivy scan → registry push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2780" y="5890915"/>
            <a:ext cx="513067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All jobs passed successfully in the supplied run.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8244" y="2340173"/>
            <a:ext cx="5333867" cy="3917752"/>
          </a:xfrm>
          <a:prstGeom prst="rect">
            <a:avLst/>
          </a:prstGeom>
          <a:solidFill>
            <a:srgbClr val="F2EDE9"/>
          </a:solidFill>
          <a:ln/>
        </p:spPr>
      </p:sp>
      <p:sp>
        <p:nvSpPr>
          <p:cNvPr id="10" name="Text 7"/>
          <p:cNvSpPr/>
          <p:nvPr/>
        </p:nvSpPr>
        <p:spPr>
          <a:xfrm>
            <a:off x="6451439" y="2543373"/>
            <a:ext cx="51306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REPOSITORY STRUCTURE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439" y="2802731"/>
            <a:ext cx="4927477" cy="27716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51439" y="5631557"/>
            <a:ext cx="49274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Monorepo separates application, infrastructure, orchestration, monitoring, and docs.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4" name="Shape 10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/ 08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RUNTIME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 command boots local development; Kubernetes stays healthy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877219"/>
            <a:ext cx="5333867" cy="4145062"/>
          </a:xfrm>
          <a:prstGeom prst="rect">
            <a:avLst/>
          </a:prstGeom>
          <a:solidFill>
            <a:srgbClr val="F2EDE9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978819"/>
            <a:ext cx="523226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DOCKER COMPOSE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238177"/>
            <a:ext cx="5130672" cy="2885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5181302"/>
            <a:ext cx="523226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Frontend, backend, and PostgreSQL containers start together.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1182" y="5440660"/>
            <a:ext cx="513067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All services report healthy or running in the supplied terminal capture.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8244" y="1877219"/>
            <a:ext cx="5333867" cy="4145062"/>
          </a:xfrm>
          <a:prstGeom prst="rect">
            <a:avLst/>
          </a:prstGeom>
          <a:solidFill>
            <a:srgbClr val="F2EDE9"/>
          </a:solidFill>
          <a:ln/>
        </p:spPr>
      </p:sp>
      <p:sp>
        <p:nvSpPr>
          <p:cNvPr id="10" name="Text 7"/>
          <p:cNvSpPr/>
          <p:nvPr/>
        </p:nvSpPr>
        <p:spPr>
          <a:xfrm>
            <a:off x="6349841" y="1978819"/>
            <a:ext cx="523226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KUBERNETES CLUSTER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841" y="2238177"/>
            <a:ext cx="5130672" cy="28859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9841" y="5181302"/>
            <a:ext cx="513067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Backend, frontend, and PostgreSQL pods are Running in the bugboard namespace.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4" name="Shape 10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/ 08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56891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VISIBLE OUTCOMES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42787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BugBoard turns DevOps discipline into visible outcomes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230364"/>
            <a:ext cx="3454314" cy="1861145"/>
          </a:xfrm>
          <a:prstGeom prst="roundRect">
            <a:avLst>
              <a:gd name="adj" fmla="val 4012"/>
            </a:avLst>
          </a:prstGeom>
          <a:solidFill>
            <a:srgbClr val="E6E6E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741106"/>
            <a:ext cx="299712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 broken deployments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4382889"/>
            <a:ext cx="299712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Automated quality gates block unverified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3230364"/>
            <a:ext cx="3454314" cy="1861145"/>
          </a:xfrm>
          <a:prstGeom prst="roundRect">
            <a:avLst>
              <a:gd name="adj" fmla="val 4012"/>
            </a:avLst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3741106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Shift-left security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97285" y="4103489"/>
            <a:ext cx="29971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Trivy blocks HIGH and CRITICAL vulnerabilities before publishing.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3230364"/>
            <a:ext cx="3454314" cy="1861145"/>
          </a:xfrm>
          <a:prstGeom prst="roundRect">
            <a:avLst>
              <a:gd name="adj" fmla="val 4012"/>
            </a:avLst>
          </a:prstGeom>
          <a:solidFill>
            <a:srgbClr val="E6E6E6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3741106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observability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56391" y="4103489"/>
            <a:ext cx="299712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Grafana surfaces traffic, P95 latency, and 5xx error rates.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07 / 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70048" y="2963664"/>
            <a:ext cx="533387" cy="5334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745" y="3103364"/>
            <a:ext cx="253994" cy="254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29154" y="2963664"/>
            <a:ext cx="533387" cy="5334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851" y="3103364"/>
            <a:ext cx="253994" cy="2540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588260" y="2963664"/>
            <a:ext cx="533387" cy="5334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957" y="3103364"/>
            <a:ext cx="253994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TAKEAWAY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96910"/>
            <a:ext cx="10972526" cy="300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7000"/>
              </a:lnSpc>
              <a:buNone/>
            </a:pPr>
            <a:r>
              <a:rPr lang="en-US" sz="74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Velocity and deployment safety</a:t>
            </a:r>
            <a:endParaRPr lang="en-US" sz="7400" dirty="0"/>
          </a:p>
          <a:p>
            <a:pPr algn="l" indent="0" marL="0">
              <a:lnSpc>
                <a:spcPct val="67000"/>
              </a:lnSpc>
              <a:buNone/>
            </a:pPr>
            <a:r>
              <a:rPr lang="en-US" sz="740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 reinforce each other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4107855"/>
            <a:ext cx="10972526" cy="6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Complete lifecycle: commit → tested → scanned → containerized → deployed → monitored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 modules and a production-grade infrastructure capstone.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6278" y="5016500"/>
            <a:ext cx="1131541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“BugBoard proves that developer velocity and deployment safety are not trade-offs — they’re complementary.”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4940300"/>
            <a:ext cx="19050" cy="39241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5561310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5B050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Next: live demo walkthrough / evaluator Q&amp;A · github.com/AUXID-01/Devops_Project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6248400"/>
            <a:ext cx="12191695" cy="609600"/>
          </a:xfrm>
          <a:prstGeom prst="rect">
            <a:avLst/>
          </a:prstGeom>
          <a:solidFill>
            <a:srgbClr val="FFFAF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7895" y="6469261"/>
            <a:ext cx="14805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 LEDGER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11553" y="6469261"/>
            <a:ext cx="19781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PUBLIC INTEREST REPORT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78439" y="6469261"/>
            <a:ext cx="61325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08 / 08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895" y="220861"/>
            <a:ext cx="172934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NO. PL - 0426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2026-10-13T07:50:35Z</dcterms:created>
  <dcterms:modified xsi:type="dcterms:W3CDTF">2026-10-13T07:50:35Z</dcterms:modified>
</cp:coreProperties>
</file>